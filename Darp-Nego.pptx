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1685-8D31-10C2-A385-F4BB1C651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35202-A4A1-3761-5336-F7424CDC4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C19A-A0B0-12D9-A1F5-E743D9DA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BFA8-E9B4-9551-278F-8C1A8069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B0B12-DDA8-33BF-A7DF-5EF990C4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8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BE973-AD79-BED6-F973-F0D7FA9E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18EC4-AECA-E2B0-26FF-F4043BE2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0EED1-E15E-C0E7-B0FA-48B80501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27E4-2D6F-7D8F-4E58-FF70D3A0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389F-454C-E8C5-AFB2-CD3ABEC8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2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ADBD-5907-AE00-7775-2CBCB4BE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5E67A-37B0-700C-1838-B412E8F52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B1CD-2ACD-025B-4F6E-5AD9D663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41108-42B5-0FCC-D730-00DBD5E0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1B377-2F29-6D93-400C-D21153E0E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4F39-559C-18DB-6FDB-FF172DF4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604A-759C-C55A-E656-C1716FC15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868E4-5853-CB93-DF68-66F10D6B2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DB6C2-F293-7A5C-BA5D-B556A54E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802C1-DCDF-A181-F91A-4330B08D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16B9B-F401-C5D7-F6D7-4AE5E495F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7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3056-4AB3-4C57-12CC-4E864684D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14F9A-D2AC-AB8A-6493-034D5159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2C3B3-105B-0DDC-1127-12D65C8C2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C4574-1E65-51FC-24EE-F855970FE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4CD4C-DB67-4EF0-92C2-765248D86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764E3-2047-8BDD-B292-9920B7DE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B304C-09F1-E78D-66B6-65C32C9E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68383-026D-A772-5F53-A66A46E8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3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4C32-4E9E-295E-54E0-B4D0AA72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84332-CAA2-561E-5586-1A4BEB52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AC272-F0BA-540F-A85F-04E583E8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936B9-D5BD-BF8D-E26B-4009C016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0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984F8E-AAF3-B2AC-2C5E-970C1E4A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7847E-234D-40EB-7113-1A7E9D31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A31C0-73E3-4F42-D27C-C37DA8FC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0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23A9-50C8-7F21-E98F-D788987F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62852-7EB8-2547-1421-1DADB203D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F68F2-3F28-6B0D-5EA0-80F823FBD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E864E-0AFA-3DE3-9ACE-AE88E602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C649A-FFCE-23D2-5694-BB41CD7D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3ACDF-5AF1-ABC6-F8C6-CBCAAB5B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1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DA5C-3B38-E21B-49D9-71EE9EBA1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7EB5B-D395-9C75-349A-9D0F45243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2CBBB-05D4-39FB-3121-576DC6569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19657-5044-14D8-AA88-DF9043F2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6DB98-D972-E4DA-2335-F1D126C3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C4B51-8AB4-B791-6F55-12DF8271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D007-F6C4-C5A2-02B2-F6148225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12AE3-ACFE-7BD7-5718-C9223D6B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37529-0CFA-7096-8996-88375981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7E235-28FB-7C30-B5DE-FF95E979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28106-5DF5-FC69-062D-29B4A280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0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7AFAA-51D2-AE2C-5C06-822EEFE63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5A523-070F-0969-0832-88E011A79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5153-4786-6BBA-237F-3AFEA208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79E70-12D4-F443-85AC-1A386650D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F4F66-D32B-FF19-6843-3CD2D6E3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95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04B6E-5B30-F665-D36D-0982074C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2C536-E9DE-6D30-8063-6E65689D2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E63FA-6AF3-2C4D-078E-DA3B3A5E8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A016-4C4B-470F-B830-8E2BD4CF72F0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930A9-F3DF-CEBB-6950-A56BF5B27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16EBF-9CEA-D080-C204-29ECDA468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0C467-D65B-4F91-9115-4986F94A2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48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02698A12-F70C-0D56-2A0E-88FB8C72B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CBAC61DF-9395-FC81-3B7D-C2F18956C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DAA470A8-7FF5-8048-C101-F70D37AE4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3D55019-DF42-C3A0-4821-6589C85C8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4CA41F2-0D95-1441-DB9B-D72BEFE9B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8A7846-9624-DB5D-0E20-50736AD6D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43E522-FA0C-F2F9-A74C-4E09F8B499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9193C1A-1FBB-EB77-0B8E-8C0D4D20D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BCECAD7-B3F6-93C5-7925-6820B0545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50F1438-B952-0888-F067-1B71F78FE55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83BEACB-6E88-4CFA-D78E-3EB1C2E7BB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C238FB6-79CE-EBBC-9423-39E9F9A14E7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B0394AD-76C9-BFAF-238C-5439B8AC2D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83CE06F-6972-32E9-33AC-4382509C7E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31407C9-D915-2EDA-C0DB-EABE3B169E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4894072-B39B-76A2-E231-51E7E0D654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8B0F432-7780-D838-6267-5FCC347B4A2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5ACE8BB-7252-4CFE-FCCF-0B85A9D02D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9290782-512D-DB55-73E6-F90E8DE20F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65CEA11-32F2-BE1C-6BF4-42840A5225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C9DCCB4-387C-376E-5F49-2500CAAB74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9CE7628-717F-FFB5-ED00-FF2395295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E884F45-C651-70C8-1648-94125157DB34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D0F13-AF9A-C966-DBD2-9EC832187EA7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242860-8ACF-203F-6C72-9EF1D2A347C5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E922AA-515D-FC0F-9B12-DCEFF98CCB10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3F6BAA26-9980-9F6E-1C68-AE1A9AE0D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E64FE33-5461-7FD3-C127-324133B4A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F46BE6A-8BDE-E911-A56A-F102346074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66A952C-EB67-B630-F42D-AF6D7B4D35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96E56CE-393E-BB2B-150A-17D25DC40FD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664" y="1033219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1FF5753-C546-198D-F5F9-6D092FEED79E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9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82965-E755-2C9A-1525-537AA679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BA3A874F-DF56-1137-787E-CED276BCA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8BFECF40-E14B-FA9C-6C0A-2CA56BB98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0DB4FBAF-8665-BEEB-F83E-6B9E7976B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4FA9CB-46CE-854A-A64D-C5A8988AC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DC11D6D-1B34-56BE-3053-7EEAE561B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92972A4-54C1-39B4-9191-424B35022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F86A30-0EA0-7F5E-5AF4-C2E613221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821C07-1D65-C571-9F6E-FA31ABB8E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235E5EE-F6D0-519D-A7E1-E66E9EEED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467D883-4BD5-6B95-6C9C-EA2C8886F3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8C10308-6956-BA1F-C8EB-92C778F854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8B4CAC7-7D53-7954-3462-8731F7B937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D325F7C-B102-6E84-702A-83BED82421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D6DB6D8-4EF7-1F52-8C1C-A71F94132D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3795D5F-BF3D-F988-85F3-3A8C9ED7430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EE1CF90-E357-ADBD-8DB3-92948B4E9B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D618041-7D09-6C7E-9DC0-A572ADBCA6D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FDC1202-9D61-BA3B-6F08-FDA58FD4CC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4101F22-7499-D97E-C3D5-F39DEEB57E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77F7A28-8AC9-050A-6D46-792F7DB10D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BCA7869-E318-64D2-A631-8B234C611B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1B4F28-ED94-DF31-6DE9-CB118C4119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B44CFB9-08FC-774A-74CC-800154883438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35AA1A-45F1-00EC-27BD-7E9E7AC8FF9D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A1A7B6-74A3-3E56-A5DE-59EDAAD9F8EB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F99CD3-8612-E634-AE5C-8FED387B665A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9AB1CDE1-B778-79BD-93BE-BABCB2BC9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FE622A-3D1B-67CF-B4D6-A79AE1070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D6E24C9-AF96-9900-AA01-F2CB9A0AC47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ED3B7E7-BF68-046B-BF08-9F3D8BD62C5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7B96023-767F-705F-1B9E-81A7BE92973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664" y="1033219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0D74F54-EB75-342C-EDD6-DE0BD91C7012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8F21A5B8-4E27-921D-75AE-7263C76083C0}"/>
              </a:ext>
            </a:extLst>
          </p:cNvPr>
          <p:cNvSpPr/>
          <p:nvPr/>
        </p:nvSpPr>
        <p:spPr>
          <a:xfrm>
            <a:off x="6755802" y="2151530"/>
            <a:ext cx="1842569" cy="1000155"/>
          </a:xfrm>
          <a:prstGeom prst="wedgeRoundRectCallout">
            <a:avLst>
              <a:gd name="adj1" fmla="val -115717"/>
              <a:gd name="adj2" fmla="val 6524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clients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want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negotiate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873D-873A-CF75-45BA-3F5DF2C2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7894B89C-C10B-C2C2-11A0-181FC19DC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2FA77C10-4EDB-605D-4C3C-0BFD67709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CE10216F-6AA0-A157-360E-09BFCBC7C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894DEB-5F3D-6B9F-5A97-0304834EC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1B2729B-4B1C-6A77-445C-A67CE7599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B8F38BF-04FD-C27F-46BF-21383F26D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3C2481-A26C-3521-6C21-EF8A5842B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3F0E903-8749-FB86-1B19-8CF5A7AC6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22FD984-A9D5-6C1D-8E82-908A3DF3C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3B4539C-4C68-B276-7D8C-87872EA1B2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76F0898-C6AC-04BD-F42B-D10D5C7EB8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7893D06-2E79-082A-2472-29C46161758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822F6B5-EFD5-6F09-C01B-043920A249E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E637898-89F2-DC1F-8D8A-08895281C27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F6EDAC0-6F74-3726-F734-BBA4F86513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5014C7A-0B07-C80F-D5EF-24F7988F9F3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EE50B10-D294-6F3B-5236-5CE26E854B6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F7924E4-823F-6926-61C9-47D0D7A8CD3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11560A9-7716-E978-91C9-6A57EA0E7E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A6BF0EF-B212-293C-84AB-FF0466141BF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07DA83B-7E77-9BD6-BA20-31852C442B0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A92158-7786-F19D-EB4A-8249D5476E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73DADCD-7EA7-03D7-DF1D-32B8928493C2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13BAF3-7406-FBC1-6D1C-E6176FF5FF4C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98940B-511E-466D-6811-7733E1DA2A8D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11729E-094A-B64F-2358-57E48327559A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3E5B8423-A107-27BF-FA7D-8BD5B5BC6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015840-205F-E847-F344-5FB29045C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4FF55E6-7178-140D-DC20-1A3A5323A94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40C4660-7A1C-00A4-50BE-E8880E210F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8293389-7336-1523-CC67-F2244F5AB5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8B982B1-0970-4110-C794-FA74FF252A3D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8A129E2-A7EE-E8D1-32FA-E90205EDA54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7709D82-C806-99E9-F6D6-7F6A14EE74D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D6CEA07-AC86-5086-DE6E-EF272B6BAE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AC58F86-4DBA-E91A-B5BC-E8D44A25CF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F9DA993-FC39-7C70-11A0-AEB8D8ACA229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0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0BB84-6FEC-1557-1AE0-3B1BED6D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FCFFC1E0-FD80-C19E-9713-760328E4A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CE3EC8A8-9A37-C630-0217-BFB1AFF9B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E1BAE053-1E9A-8006-4757-A28B941E2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CFC2976-97F6-9105-53C4-D902D174B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EACE76E-570F-6F1A-FACF-A2580BC7D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1E10BD2-8894-42E0-56DD-B55920901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9DAAE5-E2CF-18F8-5CFD-E5D52F725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F342CD3-2DEE-73B2-C382-D1D5CED43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14B54A-2873-6F57-B8D2-EDC77099F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2A4D4DC-1B5C-803F-3FC7-9C98562A864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A67D62F-6960-3F2F-3721-6DC84DEE7A5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069E712-885C-C4B0-2D9F-E47968A1D7D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C5D6E0D-D2F5-862E-0FD5-0497D5D4A7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8F5A626-DC4A-9BF5-0406-6C33247546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05C5FCE-F5D7-3E2F-9591-E3A9B8A105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CFF3977-F3AD-8AA2-234A-4515AD6F56E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8CB378A-06DE-DBE3-BE30-EB0FD155DB7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3C97063-C683-1000-EC51-1D0458734C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8EC4D83-5F59-ECBC-A793-8704D80C992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4776BDD-4B7D-3F29-3008-51E0AAD5A3C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4C5FE23-1E00-9C6C-5FDE-D7434DD984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4CE8C0-09D4-BA8C-7228-EDFB948E1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7DA4488-B83F-8AAC-EF7D-C1A5666F8F85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48589-CE2E-7DC8-4437-2A1033BE2EEE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86F16-5DCE-CBAC-01D2-DEC54FE14AD3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12ED21-2B43-7AA2-0337-DB608FD3332D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CAABFC26-EE2D-E5AF-F307-767CC17F2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C21900B-C08C-AC48-A6BB-E4F41B21B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641D367-D2C2-374D-1D5B-E0B97F2E4FB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3120ED7-2CC8-3D2C-BA4D-682B5BAD17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5CE5324-613C-66C2-577D-9A011B5BC16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262473B-4046-9116-9738-D4972165B3AB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925A9A4-C987-459D-C99B-61EAD3D01E1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C9DAB20-964F-EDB5-6BAD-1176CD6E943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9289EF6-0FFD-F81B-7DFB-982B94517D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DA61966-9E42-2551-AB0B-1E85E0762D0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D940242-3543-845D-0A3D-6E3AF0C5633A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8FA6D49-658F-A6AE-855E-FED6369EF7C9}"/>
              </a:ext>
            </a:extLst>
          </p:cNvPr>
          <p:cNvSpPr/>
          <p:nvPr/>
        </p:nvSpPr>
        <p:spPr>
          <a:xfrm>
            <a:off x="3755446" y="1602981"/>
            <a:ext cx="1842569" cy="1000155"/>
          </a:xfrm>
          <a:prstGeom prst="wedgeRoundRectCallout">
            <a:avLst>
              <a:gd name="adj1" fmla="val 27324"/>
              <a:gd name="adj2" fmla="val 7922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Exchange?</a:t>
            </a:r>
            <a:endParaRPr lang="en-US" dirty="0"/>
          </a:p>
        </p:txBody>
      </p:sp>
      <p:pic>
        <p:nvPicPr>
          <p:cNvPr id="35" name="Picture 3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5D743A8-CF5F-7AF3-E3D7-C00686DC9E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892" y="3264279"/>
            <a:ext cx="785004" cy="785004"/>
          </a:xfrm>
          <a:prstGeom prst="rect">
            <a:avLst/>
          </a:prstGeom>
        </p:spPr>
      </p:pic>
      <p:pic>
        <p:nvPicPr>
          <p:cNvPr id="38" name="Picture 3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D768315-6D27-7F49-DFEE-66DA8CA491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3252788"/>
            <a:ext cx="785004" cy="785004"/>
          </a:xfrm>
          <a:prstGeom prst="rect">
            <a:avLst/>
          </a:prstGeom>
        </p:spPr>
      </p:pic>
      <p:pic>
        <p:nvPicPr>
          <p:cNvPr id="40" name="Picture 3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E563C88-2F2D-158E-10F4-31E8B7772B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242" y="3264279"/>
            <a:ext cx="785004" cy="785004"/>
          </a:xfrm>
          <a:prstGeom prst="rect">
            <a:avLst/>
          </a:prstGeom>
        </p:spPr>
      </p:pic>
      <p:pic>
        <p:nvPicPr>
          <p:cNvPr id="43" name="Picture 4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D00D8F8-D61B-7BBB-BDA6-E96449A5F9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187" y="3264279"/>
            <a:ext cx="785004" cy="785004"/>
          </a:xfrm>
          <a:prstGeom prst="rect">
            <a:avLst/>
          </a:prstGeom>
        </p:spPr>
      </p:pic>
      <p:pic>
        <p:nvPicPr>
          <p:cNvPr id="44" name="Picture 4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0358804-481B-6859-56F7-22B479FAB99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093" y="3277859"/>
            <a:ext cx="785004" cy="78500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1B15945-06C8-67E6-0D5F-E8E52A6AB460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46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8C7D-8307-7809-1926-9B9FD394D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97721709-35B3-683F-3836-4E3932D8A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F57DB218-1CFC-D03D-5CF0-C4A3D2858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6D223B2D-CEB9-07FA-5450-3FD3705C3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D141BAC-C21C-1FE0-FDD7-9ACD0EB72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505A280-3BA9-7046-CEA7-2B36903CF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A89445-3599-73F6-2117-EF587125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82915CC-B93F-42C4-3E52-5B813FFAC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BAE2D2A-5403-C23E-5769-7FB8FD962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81FED46-7229-5506-8C8E-CD391196CD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EB15174-A4AA-1847-63EC-2D5BCA1EB28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5DE03AB-5FA8-92E2-63C7-9A575928DEF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3778197-D15D-9181-AC7B-3C39359758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B6C71CD-DE67-E5F2-2C00-C9C420AB57F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99250B4-80C0-F50A-3F2F-B81A56BDBA6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FE2E015-48FC-F36B-0CB7-96CE947213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E7706A6-B2E4-980E-232E-1698258791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1DB0B05-045E-0F58-9438-00A043E570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3699916-292C-70F2-CB6C-DE2B7D9706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7090819-A0BE-CFB3-E8BD-32DEA80B0C4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2EB043A-09C9-5418-AABC-B647C7DF716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8B160A3-F714-B75E-6FC7-CCD056F5CE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630016D-B3D7-D9F5-08E0-E1D4E0DADF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D1873DE-DB20-4714-3C2A-6EB5093A7F7F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C62813-7213-52DC-3A05-1738329E1CE0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214BBC-BFA7-A7CF-F3FF-B682E2ABB63E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CAFD9-5E49-F09C-07B2-17FF5EE793F9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B84BDBB4-7BD3-EA8D-7F38-2BFC58AB2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7B7BCC-A9C8-935C-303D-53CE43598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F5FF2A9-F809-1926-CFE6-E4C9E40DF7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22B9FD7-2582-08E3-6F3A-A27AD546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824470E-3681-4A5E-1601-FC668BFC55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1385B0E-1D24-AEB4-3E3C-2C8713C863A1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A0B1794-634C-9DEC-A873-720DAF972A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7E80007-33F3-DAD6-F028-D76ED1F785A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17CFAD1-6A07-D6BB-8F24-6F7AAB0653A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A2739EA-5586-2AAB-227C-3036CEE297D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5490E73-D51D-F8E6-2ADE-17E866D813AD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C508980-6FED-6948-F653-14607BA3E423}"/>
              </a:ext>
            </a:extLst>
          </p:cNvPr>
          <p:cNvSpPr/>
          <p:nvPr/>
        </p:nvSpPr>
        <p:spPr>
          <a:xfrm>
            <a:off x="2486561" y="4037792"/>
            <a:ext cx="1187727" cy="574131"/>
          </a:xfrm>
          <a:prstGeom prst="wedgeRoundRectCallout">
            <a:avLst>
              <a:gd name="adj1" fmla="val -51494"/>
              <a:gd name="adj2" fmla="val 8782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pic>
        <p:nvPicPr>
          <p:cNvPr id="35" name="Picture 3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DCE0889-0CFC-4484-646F-04BABD9D8C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892" y="3264279"/>
            <a:ext cx="785004" cy="785004"/>
          </a:xfrm>
          <a:prstGeom prst="rect">
            <a:avLst/>
          </a:prstGeom>
        </p:spPr>
      </p:pic>
      <p:pic>
        <p:nvPicPr>
          <p:cNvPr id="38" name="Picture 3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6DA0393-C2A5-D128-8899-44036ED977D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3252788"/>
            <a:ext cx="785004" cy="785004"/>
          </a:xfrm>
          <a:prstGeom prst="rect">
            <a:avLst/>
          </a:prstGeom>
        </p:spPr>
      </p:pic>
      <p:pic>
        <p:nvPicPr>
          <p:cNvPr id="40" name="Picture 3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26E4E44-01FA-ABBE-049D-DDD0C4603FF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242" y="3264279"/>
            <a:ext cx="785004" cy="785004"/>
          </a:xfrm>
          <a:prstGeom prst="rect">
            <a:avLst/>
          </a:prstGeom>
        </p:spPr>
      </p:pic>
      <p:pic>
        <p:nvPicPr>
          <p:cNvPr id="43" name="Picture 4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C664A6E-000B-F278-DE37-3DA44038E02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187" y="3264279"/>
            <a:ext cx="785004" cy="785004"/>
          </a:xfrm>
          <a:prstGeom prst="rect">
            <a:avLst/>
          </a:prstGeom>
        </p:spPr>
      </p:pic>
      <p:pic>
        <p:nvPicPr>
          <p:cNvPr id="44" name="Picture 4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2FE6723-ABAF-2AE9-31CF-B64099CC19C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093" y="3277859"/>
            <a:ext cx="785004" cy="78500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9DB46C3-6DB1-6D43-1AE6-724BF11C0DAB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CDF5EF93-27F6-FF7C-D55F-C896AD080105}"/>
              </a:ext>
            </a:extLst>
          </p:cNvPr>
          <p:cNvSpPr/>
          <p:nvPr/>
        </p:nvSpPr>
        <p:spPr>
          <a:xfrm>
            <a:off x="7373506" y="4374860"/>
            <a:ext cx="1187727" cy="574131"/>
          </a:xfrm>
          <a:prstGeom prst="wedgeRoundRectCallout">
            <a:avLst>
              <a:gd name="adj1" fmla="val 145050"/>
              <a:gd name="adj2" fmla="val -23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A4A06707-54F4-267A-86EA-2B5B2FF319B1}"/>
              </a:ext>
            </a:extLst>
          </p:cNvPr>
          <p:cNvSpPr/>
          <p:nvPr/>
        </p:nvSpPr>
        <p:spPr>
          <a:xfrm>
            <a:off x="5308919" y="1382184"/>
            <a:ext cx="1187727" cy="574131"/>
          </a:xfrm>
          <a:prstGeom prst="wedgeRoundRectCallout">
            <a:avLst>
              <a:gd name="adj1" fmla="val 80743"/>
              <a:gd name="adj2" fmla="val -995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48" name="Speech Bubble: Rectangle with Corners Rounded 47">
            <a:extLst>
              <a:ext uri="{FF2B5EF4-FFF2-40B4-BE49-F238E27FC236}">
                <a16:creationId xmlns:a16="http://schemas.microsoft.com/office/drawing/2014/main" id="{5D77374A-1A18-90CE-5EBD-921633236838}"/>
              </a:ext>
            </a:extLst>
          </p:cNvPr>
          <p:cNvSpPr/>
          <p:nvPr/>
        </p:nvSpPr>
        <p:spPr>
          <a:xfrm>
            <a:off x="2037148" y="1785996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92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ABCAA-B262-1E0C-50C4-9931DF4C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59DE9F8E-E77D-87C3-C274-74D2BAC3C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C159D0EF-C190-769D-1CB8-2D5B491E4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B4660ACD-046F-BEEC-1F7D-02071CD24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93B1F51-FF36-92F7-8ED9-1A3E266CC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0D5B962-A17B-004C-C0C5-C26FD8503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F3D0430-A7EB-28E1-2058-E727FC12EC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9AFD716-655C-4A7E-7D34-92CAB0116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233AC67-B149-397C-CE4C-8F200783E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1DDE2DA-6B23-1084-37E7-70454D767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602180E-46AA-BE1A-F79A-431576EB0C4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5A966B2-20F6-EFC2-8F47-0412CE586A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D136B61-04C5-E5D0-1CAF-D1693F8AC1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082F2DD-B98E-499A-052A-9E2A41EB76B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3C56BB7-91EC-A60B-6AC3-6AF7CF3F1C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FC98CA8-C2C7-3980-77E8-86741DC3CD3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61C11EC-6124-694D-A373-315D3857CDC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2086129-BCB9-5F8C-FC4B-7C64F8D28F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161EE51-CE1B-6BA1-1041-3BAD3EC160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C7A69AB-88A2-AD06-2E07-17E59D9890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5D60215-4495-A578-9526-BA5F491DAD6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48F9B1E-9377-8C70-0BE3-453311A5192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A31C4C2-E759-4AF9-5286-82927BCD71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C5BE399-E1F5-D803-2CEA-F118B3B975E3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45C3FE-7FB6-83FA-A25F-7E8ACF153805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67703D-9CC0-8267-F71D-44AC292E2DF9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4E887A-B367-6C9E-4D13-96EDC780CFED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52E6C0A8-4316-2640-021F-74D619022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A2DFD5-8DCF-8C9F-8BF2-8E4648B25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A068677-D636-2E8C-7B49-75A7FF5A6B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694E1C8-D215-CB29-362A-E06F9D69B17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7CF89BF-26F3-699C-AEA7-A23DF3B23CA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3CCCDB9-E9B3-0778-872F-ECFBCFF694E5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F019ACD-A2DF-5D3A-BB77-FC9080CBBF2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B581535-A24C-5EC2-F6F9-2D838586B9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4BBF88F-E82B-B943-8CF0-54A0374B9C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A18C538-D2E0-C923-10CB-DC99206656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80B3BAA-BC4D-5606-023A-ED42D93D76EA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3CC15BD-0FE4-678F-9AD5-2C2436736D5A}"/>
              </a:ext>
            </a:extLst>
          </p:cNvPr>
          <p:cNvSpPr/>
          <p:nvPr/>
        </p:nvSpPr>
        <p:spPr>
          <a:xfrm>
            <a:off x="2486561" y="4037792"/>
            <a:ext cx="1187727" cy="574131"/>
          </a:xfrm>
          <a:prstGeom prst="wedgeRoundRectCallout">
            <a:avLst>
              <a:gd name="adj1" fmla="val -51494"/>
              <a:gd name="adj2" fmla="val 8782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pic>
        <p:nvPicPr>
          <p:cNvPr id="35" name="Picture 3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84E842D-64E8-1F59-8807-280924563B5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892" y="3264279"/>
            <a:ext cx="785004" cy="785004"/>
          </a:xfrm>
          <a:prstGeom prst="rect">
            <a:avLst/>
          </a:prstGeom>
        </p:spPr>
      </p:pic>
      <p:pic>
        <p:nvPicPr>
          <p:cNvPr id="38" name="Picture 3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CC06A0F-B365-8EFC-38F6-CAC2CBE04B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3252788"/>
            <a:ext cx="785004" cy="785004"/>
          </a:xfrm>
          <a:prstGeom prst="rect">
            <a:avLst/>
          </a:prstGeom>
        </p:spPr>
      </p:pic>
      <p:pic>
        <p:nvPicPr>
          <p:cNvPr id="40" name="Picture 3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AA821F5-0E01-7009-37B0-605728CCD1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242" y="3264279"/>
            <a:ext cx="785004" cy="785004"/>
          </a:xfrm>
          <a:prstGeom prst="rect">
            <a:avLst/>
          </a:prstGeom>
        </p:spPr>
      </p:pic>
      <p:pic>
        <p:nvPicPr>
          <p:cNvPr id="43" name="Picture 4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7973749-019E-349A-2582-CE673045C8C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187" y="3264279"/>
            <a:ext cx="785004" cy="785004"/>
          </a:xfrm>
          <a:prstGeom prst="rect">
            <a:avLst/>
          </a:prstGeom>
        </p:spPr>
      </p:pic>
      <p:pic>
        <p:nvPicPr>
          <p:cNvPr id="44" name="Picture 4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35FFFDF-D21B-CFDF-E092-ED0A4F7F7A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093" y="3277859"/>
            <a:ext cx="785004" cy="78500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35905A3-D9D1-F9C4-0CB8-8C4DB3399EC8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89E9F2F1-BB12-C924-33A8-1D67A38BDFBA}"/>
              </a:ext>
            </a:extLst>
          </p:cNvPr>
          <p:cNvSpPr/>
          <p:nvPr/>
        </p:nvSpPr>
        <p:spPr>
          <a:xfrm>
            <a:off x="7373506" y="4374860"/>
            <a:ext cx="1187727" cy="574131"/>
          </a:xfrm>
          <a:prstGeom prst="wedgeRoundRectCallout">
            <a:avLst>
              <a:gd name="adj1" fmla="val 145050"/>
              <a:gd name="adj2" fmla="val -23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47" name="Speech Bubble: Rectangle with Corners Rounded 46">
            <a:extLst>
              <a:ext uri="{FF2B5EF4-FFF2-40B4-BE49-F238E27FC236}">
                <a16:creationId xmlns:a16="http://schemas.microsoft.com/office/drawing/2014/main" id="{4532084C-05DC-4313-F9D6-9CB1B7C57595}"/>
              </a:ext>
            </a:extLst>
          </p:cNvPr>
          <p:cNvSpPr/>
          <p:nvPr/>
        </p:nvSpPr>
        <p:spPr>
          <a:xfrm>
            <a:off x="5308919" y="1382184"/>
            <a:ext cx="1187727" cy="574131"/>
          </a:xfrm>
          <a:prstGeom prst="wedgeRoundRectCallout">
            <a:avLst>
              <a:gd name="adj1" fmla="val 80743"/>
              <a:gd name="adj2" fmla="val -995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48" name="Speech Bubble: Rectangle with Corners Rounded 47">
            <a:extLst>
              <a:ext uri="{FF2B5EF4-FFF2-40B4-BE49-F238E27FC236}">
                <a16:creationId xmlns:a16="http://schemas.microsoft.com/office/drawing/2014/main" id="{8266544C-8986-4BB7-F385-AB7DAC7C6109}"/>
              </a:ext>
            </a:extLst>
          </p:cNvPr>
          <p:cNvSpPr/>
          <p:nvPr/>
        </p:nvSpPr>
        <p:spPr>
          <a:xfrm>
            <a:off x="2037148" y="1785996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49" name="Thought Bubble: Cloud 48">
            <a:extLst>
              <a:ext uri="{FF2B5EF4-FFF2-40B4-BE49-F238E27FC236}">
                <a16:creationId xmlns:a16="http://schemas.microsoft.com/office/drawing/2014/main" id="{ECCC0567-E8E4-9C7B-7D66-3B9914A19584}"/>
              </a:ext>
            </a:extLst>
          </p:cNvPr>
          <p:cNvSpPr/>
          <p:nvPr/>
        </p:nvSpPr>
        <p:spPr>
          <a:xfrm>
            <a:off x="3845587" y="4544514"/>
            <a:ext cx="2845618" cy="2342315"/>
          </a:xfrm>
          <a:prstGeom prst="cloudCallout">
            <a:avLst>
              <a:gd name="adj1" fmla="val -8401"/>
              <a:gd name="adj2" fmla="val -763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err="1"/>
              <a:t>Not</a:t>
            </a:r>
            <a:r>
              <a:rPr lang="es-MX" sz="1400" dirty="0"/>
              <a:t> </a:t>
            </a:r>
            <a:r>
              <a:rPr lang="es-MX" sz="1400" dirty="0" err="1"/>
              <a:t>accepted</a:t>
            </a:r>
            <a:r>
              <a:rPr lang="es-MX" sz="1400" dirty="0"/>
              <a:t>, </a:t>
            </a:r>
            <a:r>
              <a:rPr lang="es-MX" sz="1400" dirty="0" err="1"/>
              <a:t>but</a:t>
            </a:r>
            <a:r>
              <a:rPr lang="es-MX" sz="1400" dirty="0"/>
              <a:t> Company 2 </a:t>
            </a:r>
            <a:r>
              <a:rPr lang="es-MX" sz="1400" dirty="0" err="1"/>
              <a:t>prefers</a:t>
            </a:r>
            <a:r>
              <a:rPr lang="es-MX" sz="1400" dirty="0"/>
              <a:t> </a:t>
            </a:r>
            <a:r>
              <a:rPr lang="es-MX" sz="1400" dirty="0" err="1"/>
              <a:t>the</a:t>
            </a:r>
            <a:r>
              <a:rPr lang="es-MX" sz="1400" dirty="0"/>
              <a:t> 4th </a:t>
            </a:r>
            <a:r>
              <a:rPr lang="es-MX" sz="1400" dirty="0" err="1"/>
              <a:t>client</a:t>
            </a:r>
            <a:r>
              <a:rPr lang="es-MX" sz="1400" dirty="0"/>
              <a:t> </a:t>
            </a:r>
            <a:r>
              <a:rPr lang="es-MX" sz="1400" dirty="0" err="1"/>
              <a:t>to</a:t>
            </a:r>
            <a:r>
              <a:rPr lang="es-MX" sz="1400" dirty="0"/>
              <a:t> </a:t>
            </a:r>
            <a:r>
              <a:rPr lang="es-MX" sz="1400" dirty="0" err="1"/>
              <a:t>the</a:t>
            </a:r>
            <a:r>
              <a:rPr lang="es-MX" sz="1400" dirty="0"/>
              <a:t> 3rd. Similar </a:t>
            </a:r>
            <a:r>
              <a:rPr lang="es-MX" sz="1400" dirty="0" err="1"/>
              <a:t>things</a:t>
            </a:r>
            <a:r>
              <a:rPr lang="es-MX" sz="1400" dirty="0"/>
              <a:t> can be </a:t>
            </a:r>
            <a:r>
              <a:rPr lang="es-MX" sz="1400" dirty="0" err="1"/>
              <a:t>inferred</a:t>
            </a:r>
            <a:r>
              <a:rPr lang="es-MX" sz="1400" dirty="0"/>
              <a:t> </a:t>
            </a:r>
            <a:r>
              <a:rPr lang="es-MX" sz="1400" dirty="0" err="1"/>
              <a:t>when</a:t>
            </a:r>
            <a:r>
              <a:rPr lang="es-MX" sz="1400" dirty="0"/>
              <a:t> </a:t>
            </a:r>
            <a:r>
              <a:rPr lang="es-MX" sz="1400" dirty="0" err="1"/>
              <a:t>exchanges</a:t>
            </a:r>
            <a:r>
              <a:rPr lang="es-MX" sz="1400" dirty="0"/>
              <a:t> </a:t>
            </a:r>
            <a:r>
              <a:rPr lang="es-MX" sz="1400" dirty="0" err="1"/>
              <a:t>were</a:t>
            </a:r>
            <a:r>
              <a:rPr lang="es-MX" sz="1400" dirty="0"/>
              <a:t> 1 </a:t>
            </a:r>
            <a:r>
              <a:rPr lang="es-MX" sz="1400" dirty="0" err="1"/>
              <a:t>to</a:t>
            </a:r>
            <a:r>
              <a:rPr lang="es-MX" sz="1400" dirty="0"/>
              <a:t> 1.</a:t>
            </a:r>
          </a:p>
          <a:p>
            <a:pPr algn="ctr"/>
            <a:r>
              <a:rPr lang="es-MX" sz="1400" dirty="0" err="1"/>
              <a:t>Update</a:t>
            </a:r>
            <a:r>
              <a:rPr lang="es-MX" sz="1400" dirty="0"/>
              <a:t> </a:t>
            </a:r>
            <a:r>
              <a:rPr lang="es-MX" sz="1400" dirty="0" err="1"/>
              <a:t>preferences</a:t>
            </a:r>
            <a:r>
              <a:rPr lang="es-MX" sz="1400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038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2AA8E-5446-AB87-A0EC-27A1C0A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4A19BA29-AF95-D05F-C0A4-A46434E25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6B5F737A-8A08-11F2-0ACE-760C99AE4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4536C5A2-3BC6-8A90-4191-C46F8D8F1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0FE00AE-BCDE-DF9A-8A6B-2EA15BDE9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2BC453-DAA9-4193-62BD-1BE74A66F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5CE736C-F7C4-2743-1B2B-03856B254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345E96F-584B-6B33-2AB1-09F575458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154D69B-46FB-CFA5-64FB-F322FBC19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84ACA4-C13E-3CB9-9ECF-BE0B69781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5DED665-F578-A8CC-9454-794931DF169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A5D6F03-F7C0-6ADC-B90E-74181C9F5E6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54A6A19-093E-75A9-701B-7CE286859F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2A007A5-9576-4254-A992-C142C8F032C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3AC70DF-BDB7-E6F9-C0C0-A6D7FA80C5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80D443EE-47F0-7245-F33D-0CD70821B3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F7498AA-054C-CC48-2ECE-82D364422F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07889B7-C053-0048-2865-3E4DBB200B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B18D0D6-6F7A-A4A8-C164-09FED5D9D0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337DA64-8C41-0C5F-6811-ACB7B9035E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E2232F2-D305-28D3-0852-28D9231D39F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877DBD2-005D-E443-03DD-76AD146D95B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F8386-431E-8A81-B3FC-E16915B61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A8D44E0-1689-2AF1-C8FD-54FE8541830B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D22FCE-B39A-352A-14D2-67943F631CCB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6DA374-575E-DA05-ADD5-65B5FFF2A427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69CE16-1251-8F0D-111A-C64A1388A711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C6718756-C524-82C1-4A88-49FE18EC7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40C40E-3429-628B-10C5-320D68298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0484B14-EC5D-15A3-489F-C0C4EADEBA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C221AB3-0E6B-BC5A-15D6-B9EAE62BCA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7D69C1D-3650-35C9-CED9-96FB7FD92F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7E803C9-CCD6-1E0F-DE9A-BC020255A986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93AEE4F-CF22-ECDC-D1AA-7A25368EE4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6124740-7703-EDAD-D328-D3FE5EF2F00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E6BBAFA-CF67-6EFB-A029-AB216BB489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9BAECA9-77B2-5688-9341-4C0E1D71AF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6C7F468-C691-9FD4-28FD-1E6F2E6963D8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BEAF1B-0DF8-2141-C1C8-F5FA8F1D5FB7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pic>
        <p:nvPicPr>
          <p:cNvPr id="50" name="Picture 4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0846B41-84F2-0430-E20F-0F2393334D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626" y="3253700"/>
            <a:ext cx="785004" cy="785004"/>
          </a:xfrm>
          <a:prstGeom prst="rect">
            <a:avLst/>
          </a:prstGeom>
        </p:spPr>
      </p:pic>
      <p:pic>
        <p:nvPicPr>
          <p:cNvPr id="51" name="Picture 5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529DC35-7E02-0158-812B-52DE0852A4E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3237079"/>
            <a:ext cx="785004" cy="785004"/>
          </a:xfrm>
          <a:prstGeom prst="rect">
            <a:avLst/>
          </a:prstGeom>
        </p:spPr>
      </p:pic>
      <p:pic>
        <p:nvPicPr>
          <p:cNvPr id="52" name="Picture 5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333AF6F-A5D8-E3C6-B411-05DCCEF10A8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16" y="3221369"/>
            <a:ext cx="785004" cy="785004"/>
          </a:xfrm>
          <a:prstGeom prst="rect">
            <a:avLst/>
          </a:prstGeom>
        </p:spPr>
      </p:pic>
      <p:pic>
        <p:nvPicPr>
          <p:cNvPr id="53" name="Picture 5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DE6BD47-36F8-3863-A0A8-4423550311F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267" y="3252788"/>
            <a:ext cx="785004" cy="785004"/>
          </a:xfrm>
          <a:prstGeom prst="rect">
            <a:avLst/>
          </a:prstGeom>
        </p:spPr>
      </p:pic>
      <p:pic>
        <p:nvPicPr>
          <p:cNvPr id="54" name="Picture 5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DF31586-2A8B-5C04-8133-02E6A05241B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387" y="3252788"/>
            <a:ext cx="785004" cy="785004"/>
          </a:xfrm>
          <a:prstGeom prst="rect">
            <a:avLst/>
          </a:prstGeom>
        </p:spPr>
      </p:pic>
      <p:sp>
        <p:nvSpPr>
          <p:cNvPr id="55" name="Speech Bubble: Rectangle with Corners Rounded 54">
            <a:extLst>
              <a:ext uri="{FF2B5EF4-FFF2-40B4-BE49-F238E27FC236}">
                <a16:creationId xmlns:a16="http://schemas.microsoft.com/office/drawing/2014/main" id="{37683BEC-B64D-7A29-4C72-9EB2E5B8E5A8}"/>
              </a:ext>
            </a:extLst>
          </p:cNvPr>
          <p:cNvSpPr/>
          <p:nvPr/>
        </p:nvSpPr>
        <p:spPr>
          <a:xfrm>
            <a:off x="3755446" y="1602981"/>
            <a:ext cx="1842569" cy="1000155"/>
          </a:xfrm>
          <a:prstGeom prst="wedgeRoundRectCallout">
            <a:avLst>
              <a:gd name="adj1" fmla="val 27324"/>
              <a:gd name="adj2" fmla="val 7922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Exchange?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38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40D56-CCDA-525C-9E4A-07EDC7A2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B8CF96D2-869F-E737-E8A6-1A278901B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8A8C39A1-B571-1D55-7BA4-4B7EE6CDE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3A5B29FF-F0ED-CDA2-E00D-9505D0B99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4CE34FB-33DC-0807-2477-DD0A6BD9E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337329-163A-55EA-AFE8-F206DFEC1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A53A94A-8249-EDB9-1297-E5C69C2BA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1BE2E5C-CDBE-8DE8-7F76-00B0F869A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402553-E2B0-A5C9-1BF0-FBDDB66E5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169594A-ABE0-7231-AECA-0F762F997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97EC2F5-7E72-B5B0-615E-AD7FDA580F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C1CFEE2-BB7D-5E17-4465-5D1896BA37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FF438BA-2885-CDE3-FCE2-57BE36F06D1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9060130-E20A-2171-12A4-84ECE555A57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D379A69-1092-E9AC-22D9-60065A12F93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296A9BD-E2A3-FA68-0C8B-5463367C9E8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CD8B796-1D51-491B-AE3C-B19F128573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058C1DE-4E0C-F451-AD4F-41334FC2CB9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3BA41C5-E565-796B-F530-DA764152245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842C536-3299-B215-3DBE-4EC7C9276D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A372077-4481-454D-23E6-471DA6AE55E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79A54D4-545D-535A-9873-B9CBA28A341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2282CDE-1193-DD3F-67D3-1090506D64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724A2BA-F0C2-36EC-3F2C-3C980C9F7FC8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5DAAAD-6E13-03BC-E216-71319B8D2BEE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0B3A15-75B5-392B-955F-562CB6EF7E3E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27CB70-AD3F-73F3-CF2F-9819D04DD93F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1E490E4C-ABEA-E749-380B-351DCD3FA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AB3656-5451-F1AB-C595-6A54E7E3F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5F8A775-0B4D-38D7-D591-E5BA7AA1805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FE18747-0F34-DE2D-1816-0147B9BD712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B78D15C-A96A-066A-02E4-013A58F0E4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A4A1EAC-C550-8640-B1E8-EF4F2A6CDEC9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F2BFB7F-0D6B-19A4-D4F1-F33F183040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B9D311E-66F8-3D4A-FD5E-665AD373E64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851F76C-2E6D-FE28-CC3A-AC9B97A4A7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C0AA3CA-F323-FDC0-C1F9-5CC6BCF9213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FBEDB3B-1124-9F40-1CF0-C86048555C07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EF1ED3-FAAB-94EC-B936-59E444B57A4C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pic>
        <p:nvPicPr>
          <p:cNvPr id="50" name="Picture 4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55C0C96-7058-AD8F-C77E-3B70843178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626" y="3253700"/>
            <a:ext cx="785004" cy="785004"/>
          </a:xfrm>
          <a:prstGeom prst="rect">
            <a:avLst/>
          </a:prstGeom>
        </p:spPr>
      </p:pic>
      <p:pic>
        <p:nvPicPr>
          <p:cNvPr id="51" name="Picture 5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D0A9513-515A-21F6-8FD8-7D72E00FADC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3237079"/>
            <a:ext cx="785004" cy="785004"/>
          </a:xfrm>
          <a:prstGeom prst="rect">
            <a:avLst/>
          </a:prstGeom>
        </p:spPr>
      </p:pic>
      <p:pic>
        <p:nvPicPr>
          <p:cNvPr id="52" name="Picture 5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6728D45-8BDE-22E5-A002-2C02EAB19A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16" y="3221369"/>
            <a:ext cx="785004" cy="785004"/>
          </a:xfrm>
          <a:prstGeom prst="rect">
            <a:avLst/>
          </a:prstGeom>
        </p:spPr>
      </p:pic>
      <p:pic>
        <p:nvPicPr>
          <p:cNvPr id="53" name="Picture 5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C10AE1D-2752-3F60-2057-D0699B09B60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267" y="3252788"/>
            <a:ext cx="785004" cy="785004"/>
          </a:xfrm>
          <a:prstGeom prst="rect">
            <a:avLst/>
          </a:prstGeom>
        </p:spPr>
      </p:pic>
      <p:pic>
        <p:nvPicPr>
          <p:cNvPr id="54" name="Picture 5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83AA430-ABAF-902E-DABD-288070100D8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387" y="3252788"/>
            <a:ext cx="785004" cy="785004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67C8111-89F9-4C70-230E-6EA2F223205A}"/>
              </a:ext>
            </a:extLst>
          </p:cNvPr>
          <p:cNvSpPr/>
          <p:nvPr/>
        </p:nvSpPr>
        <p:spPr>
          <a:xfrm>
            <a:off x="2037148" y="1785996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2EAFB1F1-20C1-EB1A-8AE4-0D03D5334E5C}"/>
              </a:ext>
            </a:extLst>
          </p:cNvPr>
          <p:cNvSpPr/>
          <p:nvPr/>
        </p:nvSpPr>
        <p:spPr>
          <a:xfrm>
            <a:off x="2463787" y="4963207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EF461CEA-A33A-DBF2-5892-EF98B8E7ADFA}"/>
              </a:ext>
            </a:extLst>
          </p:cNvPr>
          <p:cNvSpPr/>
          <p:nvPr/>
        </p:nvSpPr>
        <p:spPr>
          <a:xfrm>
            <a:off x="6936847" y="4648162"/>
            <a:ext cx="1187727" cy="574131"/>
          </a:xfrm>
          <a:prstGeom prst="wedgeRoundRectCallout">
            <a:avLst>
              <a:gd name="adj1" fmla="val 175845"/>
              <a:gd name="adj2" fmla="val -545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42AE7320-F2E5-C802-A6F6-4A470AFA3965}"/>
              </a:ext>
            </a:extLst>
          </p:cNvPr>
          <p:cNvSpPr/>
          <p:nvPr/>
        </p:nvSpPr>
        <p:spPr>
          <a:xfrm>
            <a:off x="5169279" y="1363776"/>
            <a:ext cx="1187727" cy="574131"/>
          </a:xfrm>
          <a:prstGeom prst="wedgeRoundRectCallout">
            <a:avLst>
              <a:gd name="adj1" fmla="val 83460"/>
              <a:gd name="adj2" fmla="val -545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7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5E4A-47D3-DE42-DC01-5D2A2A3C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669D2221-BB42-B77F-A261-A1F300D60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ED753526-F186-5F11-F306-2E0657468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A6BAD415-6B11-EF58-3118-AE00BAE67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8B24CE8-95D4-AF81-E5D7-B5201C546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FF8E7B-EA6D-ABE9-87F4-85AE4F92E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A2C9D12-7BA1-1248-4E9A-211ABDD49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1A32A8-E285-B76E-3407-E7DE4AD01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24F63D8-0987-3B47-469E-4C4C70342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6DD7ED-95B9-7FBC-6220-0497DF1A9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75AA336-3075-1107-2257-BCD24E9A0E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A385A3F-EB3B-8299-6D5E-920B5935C89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C5A1C38-0902-B016-2D92-7397DD807B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A509BEF-CBC9-1E2A-BBE7-15DFEF7FCF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9324E82-28A6-CE41-FF33-A014323AF3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B03620A-3ECB-CCBB-4E33-14694D75EBB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86A2318-8215-D3D7-F40F-D67F7D12F2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E1992D6-46F2-445F-6943-7D8583309D9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2B90D90-134D-78ED-3FDA-731F1EAA88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C79AEF5C-9053-9E32-EB47-E6ED9C86EC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5C5F971-1E7C-862C-E5E1-CB2F007E76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B9C8624-8882-2247-AE05-E7994051C2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559814-30E5-338C-1884-01C768A128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0312263-120B-3160-D7EF-15B9038AB9A4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9BAA0F-F36D-5105-68D0-60A55B7B9507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55BE1D-89DB-2EDF-D0A1-9FE6813270CA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39AF00-7916-8332-1CA5-AD67F57E21CA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0F1C0CFE-6AF3-FEE1-F381-574A4F479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90FC67F-C206-FABD-1088-6B062DB24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37F6860-D7A1-BECC-2B28-2A6EAE3902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5A1C29B-49D0-512D-748F-C82E731D0C1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5F9C1B8-ACDE-C2B5-6CD2-48E96515471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D82FA30-10F8-06F8-ACEA-8D1F6BD9380E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7FC5A559-FCE8-7F1F-FA90-3BDC26B0592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085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B3006614-A95A-F0D9-1E9E-0C7BA61691E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728" y="2402636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2A95A050-7D2F-3E58-60D4-7FFB8A48DB6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33ECED5-666A-F8E0-1576-D14A2D8E74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2402636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420CAC7-DEE9-B592-292D-51AD8B60ADCF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9824D7-1F1B-54CF-C87D-D1B7311A1005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pic>
        <p:nvPicPr>
          <p:cNvPr id="50" name="Picture 4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4DF3206-9E2D-C818-02C8-9B96884154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626" y="3253700"/>
            <a:ext cx="785004" cy="785004"/>
          </a:xfrm>
          <a:prstGeom prst="rect">
            <a:avLst/>
          </a:prstGeom>
        </p:spPr>
      </p:pic>
      <p:pic>
        <p:nvPicPr>
          <p:cNvPr id="51" name="Picture 5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ABA16D1-E525-0016-0AE9-834F36615D7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371" y="3237079"/>
            <a:ext cx="785004" cy="785004"/>
          </a:xfrm>
          <a:prstGeom prst="rect">
            <a:avLst/>
          </a:prstGeom>
        </p:spPr>
      </p:pic>
      <p:pic>
        <p:nvPicPr>
          <p:cNvPr id="52" name="Picture 5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CC86207-20D5-E192-DB3E-D778EEB9EC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16" y="3221369"/>
            <a:ext cx="785004" cy="785004"/>
          </a:xfrm>
          <a:prstGeom prst="rect">
            <a:avLst/>
          </a:prstGeom>
        </p:spPr>
      </p:pic>
      <p:pic>
        <p:nvPicPr>
          <p:cNvPr id="53" name="Picture 5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6F829AF-9713-CB8E-553D-22FFCFB70F7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267" y="3252788"/>
            <a:ext cx="785004" cy="785004"/>
          </a:xfrm>
          <a:prstGeom prst="rect">
            <a:avLst/>
          </a:prstGeom>
        </p:spPr>
      </p:pic>
      <p:pic>
        <p:nvPicPr>
          <p:cNvPr id="54" name="Picture 5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AA28C0E-B8F9-AC72-715F-D86323AA0B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387" y="3252788"/>
            <a:ext cx="785004" cy="785004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8BEB72A-797A-83F0-E5C4-E9799F693769}"/>
              </a:ext>
            </a:extLst>
          </p:cNvPr>
          <p:cNvSpPr/>
          <p:nvPr/>
        </p:nvSpPr>
        <p:spPr>
          <a:xfrm>
            <a:off x="2037148" y="1785996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14646C13-4702-B119-1EAD-ABA6F1D67314}"/>
              </a:ext>
            </a:extLst>
          </p:cNvPr>
          <p:cNvSpPr/>
          <p:nvPr/>
        </p:nvSpPr>
        <p:spPr>
          <a:xfrm>
            <a:off x="2463787" y="4963207"/>
            <a:ext cx="1187727" cy="574131"/>
          </a:xfrm>
          <a:prstGeom prst="wedgeRoundRectCallout">
            <a:avLst>
              <a:gd name="adj1" fmla="val -65080"/>
              <a:gd name="adj2" fmla="val -1070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25A6EE09-DAD6-4C72-FFEA-92DD1B67086D}"/>
              </a:ext>
            </a:extLst>
          </p:cNvPr>
          <p:cNvSpPr/>
          <p:nvPr/>
        </p:nvSpPr>
        <p:spPr>
          <a:xfrm>
            <a:off x="6936847" y="4648162"/>
            <a:ext cx="1187727" cy="574131"/>
          </a:xfrm>
          <a:prstGeom prst="wedgeRoundRectCallout">
            <a:avLst>
              <a:gd name="adj1" fmla="val 175845"/>
              <a:gd name="adj2" fmla="val -545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Yes</a:t>
            </a:r>
            <a:endParaRPr lang="en-US" dirty="0"/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E6CFC3FE-BB6E-B8DF-60BA-6C487263CDA3}"/>
              </a:ext>
            </a:extLst>
          </p:cNvPr>
          <p:cNvSpPr/>
          <p:nvPr/>
        </p:nvSpPr>
        <p:spPr>
          <a:xfrm>
            <a:off x="5169279" y="1363776"/>
            <a:ext cx="1187727" cy="574131"/>
          </a:xfrm>
          <a:prstGeom prst="wedgeRoundRectCallout">
            <a:avLst>
              <a:gd name="adj1" fmla="val 83460"/>
              <a:gd name="adj2" fmla="val -545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  <p:sp>
        <p:nvSpPr>
          <p:cNvPr id="43" name="Thought Bubble: Cloud 42">
            <a:extLst>
              <a:ext uri="{FF2B5EF4-FFF2-40B4-BE49-F238E27FC236}">
                <a16:creationId xmlns:a16="http://schemas.microsoft.com/office/drawing/2014/main" id="{10D0F646-D6CC-9F4C-A648-EFC091A46169}"/>
              </a:ext>
            </a:extLst>
          </p:cNvPr>
          <p:cNvSpPr/>
          <p:nvPr/>
        </p:nvSpPr>
        <p:spPr>
          <a:xfrm>
            <a:off x="3845587" y="4544514"/>
            <a:ext cx="2845618" cy="2342315"/>
          </a:xfrm>
          <a:prstGeom prst="cloudCallout">
            <a:avLst>
              <a:gd name="adj1" fmla="val -8401"/>
              <a:gd name="adj2" fmla="val -763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Company 1 and 2 </a:t>
            </a:r>
            <a:r>
              <a:rPr lang="es-MX" sz="1400" dirty="0" err="1"/>
              <a:t>have</a:t>
            </a:r>
            <a:r>
              <a:rPr lang="es-MX" sz="1400" dirty="0"/>
              <a:t> </a:t>
            </a:r>
            <a:r>
              <a:rPr lang="es-MX" sz="1400" dirty="0" err="1"/>
              <a:t>accepted</a:t>
            </a:r>
            <a:r>
              <a:rPr lang="es-MX" sz="1400" dirty="0"/>
              <a:t>, and </a:t>
            </a:r>
            <a:r>
              <a:rPr lang="es-MX" sz="1400" dirty="0" err="1"/>
              <a:t>their</a:t>
            </a:r>
            <a:r>
              <a:rPr lang="es-MX" sz="1400" dirty="0"/>
              <a:t> </a:t>
            </a:r>
            <a:r>
              <a:rPr lang="es-MX" sz="1400" dirty="0" err="1"/>
              <a:t>exchanges</a:t>
            </a:r>
            <a:r>
              <a:rPr lang="es-MX" sz="1400" dirty="0"/>
              <a:t> </a:t>
            </a:r>
            <a:r>
              <a:rPr lang="es-MX" sz="1400" dirty="0" err="1"/>
              <a:t>only</a:t>
            </a:r>
            <a:r>
              <a:rPr lang="es-MX" sz="1400" dirty="0"/>
              <a:t> </a:t>
            </a:r>
            <a:r>
              <a:rPr lang="es-MX" sz="1400" dirty="0" err="1"/>
              <a:t>involve</a:t>
            </a:r>
            <a:r>
              <a:rPr lang="es-MX" sz="1400" dirty="0"/>
              <a:t> </a:t>
            </a:r>
            <a:r>
              <a:rPr lang="es-MX" sz="1400" dirty="0" err="1"/>
              <a:t>them</a:t>
            </a:r>
            <a:r>
              <a:rPr lang="es-MX" sz="1400" dirty="0"/>
              <a:t>. I can </a:t>
            </a:r>
            <a:r>
              <a:rPr lang="es-MX" sz="1400" dirty="0" err="1"/>
              <a:t>partially</a:t>
            </a:r>
            <a:r>
              <a:rPr lang="es-MX" sz="1400" dirty="0"/>
              <a:t> </a:t>
            </a:r>
            <a:r>
              <a:rPr lang="es-MX" sz="1400" dirty="0" err="1"/>
              <a:t>update</a:t>
            </a:r>
            <a:r>
              <a:rPr lang="es-MX" sz="1400" dirty="0"/>
              <a:t> </a:t>
            </a:r>
            <a:r>
              <a:rPr lang="es-MX" sz="1400" dirty="0" err="1"/>
              <a:t>the</a:t>
            </a:r>
            <a:r>
              <a:rPr lang="es-MX" sz="1400" dirty="0"/>
              <a:t> </a:t>
            </a:r>
            <a:r>
              <a:rPr lang="es-MX" sz="1400" dirty="0" err="1"/>
              <a:t>current</a:t>
            </a:r>
            <a:r>
              <a:rPr lang="es-MX" sz="1400" dirty="0"/>
              <a:t> </a:t>
            </a:r>
            <a:r>
              <a:rPr lang="es-MX" sz="1400" dirty="0" err="1"/>
              <a:t>assignment</a:t>
            </a:r>
            <a:r>
              <a:rPr lang="es-MX" sz="1400" dirty="0"/>
              <a:t>. I can </a:t>
            </a:r>
            <a:r>
              <a:rPr lang="es-MX" sz="1400" dirty="0" err="1"/>
              <a:t>also</a:t>
            </a:r>
            <a:r>
              <a:rPr lang="es-MX" sz="1400" dirty="0"/>
              <a:t> </a:t>
            </a:r>
            <a:r>
              <a:rPr lang="es-MX" sz="1400" dirty="0" err="1"/>
              <a:t>update</a:t>
            </a:r>
            <a:r>
              <a:rPr lang="es-MX" sz="1400" dirty="0"/>
              <a:t> </a:t>
            </a:r>
            <a:r>
              <a:rPr lang="es-MX" sz="1400" dirty="0" err="1"/>
              <a:t>prefs</a:t>
            </a:r>
            <a:r>
              <a:rPr lang="es-MX" sz="1400" dirty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049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CE1F-7D57-FA42-E089-2F6AF828D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th a headset&#10;&#10;Description automatically generated">
            <a:extLst>
              <a:ext uri="{FF2B5EF4-FFF2-40B4-BE49-F238E27FC236}">
                <a16:creationId xmlns:a16="http://schemas.microsoft.com/office/drawing/2014/main" id="{5AB261F4-7960-AE7F-4BDC-1DD7D75C6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57" y="4282745"/>
            <a:ext cx="1000156" cy="1000156"/>
          </a:xfrm>
          <a:prstGeom prst="rect">
            <a:avLst/>
          </a:prstGeom>
        </p:spPr>
      </p:pic>
      <p:pic>
        <p:nvPicPr>
          <p:cNvPr id="6" name="Picture 5" descr="A person with a headset&#10;&#10;Description automatically generated">
            <a:extLst>
              <a:ext uri="{FF2B5EF4-FFF2-40B4-BE49-F238E27FC236}">
                <a16:creationId xmlns:a16="http://schemas.microsoft.com/office/drawing/2014/main" id="{D5060748-347A-747F-D44F-27A947C2B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110" y="710401"/>
            <a:ext cx="1000156" cy="1000156"/>
          </a:xfrm>
          <a:prstGeom prst="rect">
            <a:avLst/>
          </a:prstGeom>
        </p:spPr>
      </p:pic>
      <p:pic>
        <p:nvPicPr>
          <p:cNvPr id="7" name="Picture 6" descr="A person with a headset&#10;&#10;Description automatically generated">
            <a:extLst>
              <a:ext uri="{FF2B5EF4-FFF2-40B4-BE49-F238E27FC236}">
                <a16:creationId xmlns:a16="http://schemas.microsoft.com/office/drawing/2014/main" id="{900CF070-6232-03B0-4A2D-51C351E37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440" y="4544514"/>
            <a:ext cx="1000156" cy="1000156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AA8447-9E3E-9B99-27A2-031DF0F36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001" y="5659724"/>
            <a:ext cx="785003" cy="785003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E7149A7-063D-86A8-7747-50DCA479E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650" y="5812124"/>
            <a:ext cx="785003" cy="785003"/>
          </a:xfrm>
          <a:prstGeom prst="rect">
            <a:avLst/>
          </a:prstGeom>
        </p:spPr>
      </p:pic>
      <p:pic>
        <p:nvPicPr>
          <p:cNvPr id="11" name="Picture 1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CD188D4-831D-D8AA-C826-F9400460A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114" y="4549149"/>
            <a:ext cx="785003" cy="785003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C308F-02FC-54E7-1F96-F3318D287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370" y="578773"/>
            <a:ext cx="785003" cy="785003"/>
          </a:xfrm>
          <a:prstGeom prst="rect">
            <a:avLst/>
          </a:prstGeom>
        </p:spPr>
      </p:pic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25AE1B4-6A94-C532-6502-47D799AFD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04" y="186271"/>
            <a:ext cx="785003" cy="785003"/>
          </a:xfrm>
          <a:prstGeom prst="rect">
            <a:avLst/>
          </a:prstGeom>
        </p:spPr>
      </p:pic>
      <p:pic>
        <p:nvPicPr>
          <p:cNvPr id="14" name="Picture 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3689EC8-79F9-511D-862F-ECB2CF960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45" y="5216428"/>
            <a:ext cx="785003" cy="785003"/>
          </a:xfrm>
          <a:prstGeom prst="rect">
            <a:avLst/>
          </a:prstGeom>
        </p:spPr>
      </p:pic>
      <p:pic>
        <p:nvPicPr>
          <p:cNvPr id="16" name="Picture 1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27E8E7E-F01E-CA2D-F0E4-E570AC9234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4" y="5824082"/>
            <a:ext cx="785004" cy="785004"/>
          </a:xfrm>
          <a:prstGeom prst="rect">
            <a:avLst/>
          </a:prstGeom>
        </p:spPr>
      </p:pic>
      <p:pic>
        <p:nvPicPr>
          <p:cNvPr id="17" name="Picture 1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FBC9300-5A7E-6601-02F5-F09527091EF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18" y="5736973"/>
            <a:ext cx="785004" cy="785004"/>
          </a:xfrm>
          <a:prstGeom prst="rect">
            <a:avLst/>
          </a:prstGeom>
        </p:spPr>
      </p:pic>
      <p:pic>
        <p:nvPicPr>
          <p:cNvPr id="18" name="Picture 1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55D8DCF-D3A7-EA85-8AEC-378BE2D4B1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73" y="4409155"/>
            <a:ext cx="785004" cy="785004"/>
          </a:xfrm>
          <a:prstGeom prst="rect">
            <a:avLst/>
          </a:prstGeom>
        </p:spPr>
      </p:pic>
      <p:pic>
        <p:nvPicPr>
          <p:cNvPr id="19" name="Picture 1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898AC36-FC3F-A72F-80C4-57423AC44D7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1" y="5659723"/>
            <a:ext cx="785004" cy="785004"/>
          </a:xfrm>
          <a:prstGeom prst="rect">
            <a:avLst/>
          </a:prstGeom>
        </p:spPr>
      </p:pic>
      <p:pic>
        <p:nvPicPr>
          <p:cNvPr id="20" name="Picture 19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73E231D-94FC-84BB-F98F-AC4ED3B104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23" y="317899"/>
            <a:ext cx="785004" cy="785004"/>
          </a:xfrm>
          <a:prstGeom prst="rect">
            <a:avLst/>
          </a:prstGeom>
        </p:spPr>
      </p:pic>
      <p:pic>
        <p:nvPicPr>
          <p:cNvPr id="21" name="Picture 2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17A072D-E9AC-308C-D2ED-847B3A1D5B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975" y="1210479"/>
            <a:ext cx="785004" cy="785004"/>
          </a:xfrm>
          <a:prstGeom prst="rect">
            <a:avLst/>
          </a:prstGeom>
        </p:spPr>
      </p:pic>
      <p:pic>
        <p:nvPicPr>
          <p:cNvPr id="22" name="Picture 21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1CFAC114-2AD3-AC46-E6D6-EFC3551C16A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627" y="186271"/>
            <a:ext cx="785004" cy="785004"/>
          </a:xfrm>
          <a:prstGeom prst="rect">
            <a:avLst/>
          </a:prstGeom>
        </p:spPr>
      </p:pic>
      <p:pic>
        <p:nvPicPr>
          <p:cNvPr id="23" name="Picture 2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3C485ABC-CE06-F42D-B3F6-A3208995D0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80" y="1210479"/>
            <a:ext cx="785004" cy="785004"/>
          </a:xfrm>
          <a:prstGeom prst="rect">
            <a:avLst/>
          </a:prstGeom>
        </p:spPr>
      </p:pic>
      <p:pic>
        <p:nvPicPr>
          <p:cNvPr id="24" name="Picture 2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0E398E01-9CF8-F082-933D-0F5FDA43BF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834" y="852938"/>
            <a:ext cx="785004" cy="785004"/>
          </a:xfrm>
          <a:prstGeom prst="rect">
            <a:avLst/>
          </a:prstGeom>
        </p:spPr>
      </p:pic>
      <p:pic>
        <p:nvPicPr>
          <p:cNvPr id="25" name="Picture 2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8E55EF8-5E87-ABA0-58C7-210FB2DB75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9121" y="4759666"/>
            <a:ext cx="785004" cy="785004"/>
          </a:xfrm>
          <a:prstGeom prst="rect">
            <a:avLst/>
          </a:prstGeom>
        </p:spPr>
      </p:pic>
      <p:pic>
        <p:nvPicPr>
          <p:cNvPr id="26" name="Picture 25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5217941F-6808-2DB1-41E4-E4FA1DAFAEF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72" y="5342686"/>
            <a:ext cx="785004" cy="785004"/>
          </a:xfrm>
          <a:prstGeom prst="rect">
            <a:avLst/>
          </a:prstGeom>
        </p:spPr>
      </p:pic>
      <p:pic>
        <p:nvPicPr>
          <p:cNvPr id="27" name="Picture 2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401755A7-D247-8FE5-7308-F84AB8FFFD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032" y="6001431"/>
            <a:ext cx="785004" cy="785004"/>
          </a:xfrm>
          <a:prstGeom prst="rect">
            <a:avLst/>
          </a:prstGeom>
        </p:spPr>
      </p:pic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3EB7B4A-2421-E111-31FE-B70A0AEFC6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966" y="2928922"/>
            <a:ext cx="1000156" cy="100015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A41DEB9-277F-1AB8-6647-672C6A3E3B55}"/>
              </a:ext>
            </a:extLst>
          </p:cNvPr>
          <p:cNvSpPr txBox="1"/>
          <p:nvPr/>
        </p:nvSpPr>
        <p:spPr>
          <a:xfrm>
            <a:off x="2390600" y="5550522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C79C06-5172-D349-521E-46080EC99E1F}"/>
              </a:ext>
            </a:extLst>
          </p:cNvPr>
          <p:cNvSpPr txBox="1"/>
          <p:nvPr/>
        </p:nvSpPr>
        <p:spPr>
          <a:xfrm>
            <a:off x="6537822" y="5475057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2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940B5A-474B-DB9E-6B2F-6B569FC89E06}"/>
              </a:ext>
            </a:extLst>
          </p:cNvPr>
          <p:cNvSpPr txBox="1"/>
          <p:nvPr/>
        </p:nvSpPr>
        <p:spPr>
          <a:xfrm>
            <a:off x="10849997" y="622865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3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7BA0AF-99A9-70B3-2FDF-F6DD79D710AF}"/>
              </a:ext>
            </a:extLst>
          </p:cNvPr>
          <p:cNvSpPr txBox="1"/>
          <p:nvPr/>
        </p:nvSpPr>
        <p:spPr>
          <a:xfrm>
            <a:off x="5645368" y="3187640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Mediator</a:t>
            </a:r>
            <a:endParaRPr lang="en-US" dirty="0"/>
          </a:p>
        </p:txBody>
      </p:sp>
      <p:pic>
        <p:nvPicPr>
          <p:cNvPr id="34" name="Picture 33" descr="A person with a headset&#10;&#10;Description automatically generated">
            <a:extLst>
              <a:ext uri="{FF2B5EF4-FFF2-40B4-BE49-F238E27FC236}">
                <a16:creationId xmlns:a16="http://schemas.microsoft.com/office/drawing/2014/main" id="{D146893F-B70B-5CA3-B0BD-DA0FA42EB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15" y="654610"/>
            <a:ext cx="1000156" cy="1000156"/>
          </a:xfrm>
          <a:prstGeom prst="rect">
            <a:avLst/>
          </a:prstGeom>
        </p:spPr>
      </p:pic>
      <p:pic>
        <p:nvPicPr>
          <p:cNvPr id="36" name="Picture 3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08EF1B8-96F8-3336-4CD3-7689E8F79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09" y="130480"/>
            <a:ext cx="785003" cy="785003"/>
          </a:xfrm>
          <a:prstGeom prst="rect">
            <a:avLst/>
          </a:prstGeom>
        </p:spPr>
      </p:pic>
      <p:pic>
        <p:nvPicPr>
          <p:cNvPr id="37" name="Picture 36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F0EF6C90-9D7A-0420-50D6-BBE5B1CA9A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36" y="199562"/>
            <a:ext cx="785004" cy="785004"/>
          </a:xfrm>
          <a:prstGeom prst="rect">
            <a:avLst/>
          </a:prstGeom>
        </p:spPr>
      </p:pic>
      <p:pic>
        <p:nvPicPr>
          <p:cNvPr id="39" name="Picture 38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99EF69DF-7CC2-F32D-D807-F1C1264762E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40" y="67934"/>
            <a:ext cx="785004" cy="785004"/>
          </a:xfrm>
          <a:prstGeom prst="rect">
            <a:avLst/>
          </a:prstGeom>
        </p:spPr>
      </p:pic>
      <p:pic>
        <p:nvPicPr>
          <p:cNvPr id="41" name="Picture 40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AA22808-2631-75CB-D71E-D5737A6378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474" y="2402636"/>
            <a:ext cx="785004" cy="78500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E107E54-A3D9-DF2A-03C5-F352ADE1397F}"/>
              </a:ext>
            </a:extLst>
          </p:cNvPr>
          <p:cNvSpPr txBox="1"/>
          <p:nvPr/>
        </p:nvSpPr>
        <p:spPr>
          <a:xfrm>
            <a:off x="3045442" y="915483"/>
            <a:ext cx="1420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Company 4</a:t>
            </a:r>
            <a:endParaRPr lang="en-US" dirty="0"/>
          </a:p>
        </p:txBody>
      </p:sp>
      <p:pic>
        <p:nvPicPr>
          <p:cNvPr id="3" name="Picture 2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E3A7F75A-C2CB-E528-6A75-065FADD5FD3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281" y="2402636"/>
            <a:ext cx="785004" cy="785004"/>
          </a:xfrm>
          <a:prstGeom prst="rect">
            <a:avLst/>
          </a:prstGeom>
        </p:spPr>
      </p:pic>
      <p:pic>
        <p:nvPicPr>
          <p:cNvPr id="4" name="Picture 3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A4D90EB8-A3F1-40C4-A4DC-F17E1733A1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554" y="2382728"/>
            <a:ext cx="785004" cy="785004"/>
          </a:xfrm>
          <a:prstGeom prst="rect">
            <a:avLst/>
          </a:prstGeom>
        </p:spPr>
      </p:pic>
      <p:pic>
        <p:nvPicPr>
          <p:cNvPr id="8" name="Picture 7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DEDC83AD-2AAB-6DC4-B582-3E179D3468D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014" y="2402636"/>
            <a:ext cx="785004" cy="785004"/>
          </a:xfrm>
          <a:prstGeom prst="rect">
            <a:avLst/>
          </a:prstGeom>
        </p:spPr>
      </p:pic>
      <p:pic>
        <p:nvPicPr>
          <p:cNvPr id="15" name="Picture 14" descr="A cartoon of a person with a bandage on his head&#10;&#10;Description automatically generated">
            <a:extLst>
              <a:ext uri="{FF2B5EF4-FFF2-40B4-BE49-F238E27FC236}">
                <a16:creationId xmlns:a16="http://schemas.microsoft.com/office/drawing/2014/main" id="{6FA31F96-4CA4-5121-080A-B6FC4DA3321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821" y="2385570"/>
            <a:ext cx="785004" cy="78500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1CCFA2F-6184-413D-1B09-C5B9BC7C9CAA}"/>
              </a:ext>
            </a:extLst>
          </p:cNvPr>
          <p:cNvSpPr txBox="1"/>
          <p:nvPr/>
        </p:nvSpPr>
        <p:spPr>
          <a:xfrm>
            <a:off x="10687478" y="2447507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Current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3EEE0D-B7AB-7BEA-651B-B0710942B5F4}"/>
              </a:ext>
            </a:extLst>
          </p:cNvPr>
          <p:cNvSpPr txBox="1"/>
          <p:nvPr/>
        </p:nvSpPr>
        <p:spPr>
          <a:xfrm>
            <a:off x="10687478" y="3297659"/>
            <a:ext cx="14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Proposed</a:t>
            </a:r>
            <a:endParaRPr lang="es-MX" dirty="0"/>
          </a:p>
          <a:p>
            <a:r>
              <a:rPr lang="es-MX" dirty="0" err="1"/>
              <a:t>assignment</a:t>
            </a:r>
            <a:endParaRPr lang="en-US" dirty="0"/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FEFB5C0A-AC1A-30E2-8F09-85A692036318}"/>
              </a:ext>
            </a:extLst>
          </p:cNvPr>
          <p:cNvSpPr/>
          <p:nvPr/>
        </p:nvSpPr>
        <p:spPr>
          <a:xfrm>
            <a:off x="5169279" y="1363776"/>
            <a:ext cx="1187727" cy="574131"/>
          </a:xfrm>
          <a:prstGeom prst="wedgeRoundRectCallout">
            <a:avLst>
              <a:gd name="adj1" fmla="val 83460"/>
              <a:gd name="adj2" fmla="val -5457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2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67DC-9631-C79B-649C-1F530FC2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7FFCF-5EEB-A1AF-F5D1-8E2738D13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3CCB4-DE70-6C00-3E9B-4D0A427C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2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C9D0-CE06-AC09-6E49-5A5B48AA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BA53-6AAD-9DA7-629C-55A951AE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6761-4AA9-A9F9-093D-E9635A26F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F02EF-D8EC-6957-9CF9-42F3E34A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BCB6F9-F719-20A0-2DA9-F7BE6BA84E1D}"/>
              </a:ext>
            </a:extLst>
          </p:cNvPr>
          <p:cNvSpPr/>
          <p:nvPr/>
        </p:nvSpPr>
        <p:spPr>
          <a:xfrm>
            <a:off x="2177976" y="2431227"/>
            <a:ext cx="3459032" cy="914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B1C9E-C56A-972B-1527-652D01B88F20}"/>
              </a:ext>
            </a:extLst>
          </p:cNvPr>
          <p:cNvSpPr txBox="1"/>
          <p:nvPr/>
        </p:nvSpPr>
        <p:spPr>
          <a:xfrm>
            <a:off x="7022501" y="2565261"/>
            <a:ext cx="450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Represents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acceptance</a:t>
            </a:r>
            <a:r>
              <a:rPr lang="es-MX" dirty="0"/>
              <a:t> score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9008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80B9-3E50-A39A-A963-4C4D4BD6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8B2-D5F1-FFFF-E97E-53E971D4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2714C-BFE8-6EF7-A4AC-636357566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5AA77-96F9-7782-7270-746D03BDA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95BAC6-615C-F973-DA34-A1A67E86BAC6}"/>
              </a:ext>
            </a:extLst>
          </p:cNvPr>
          <p:cNvSpPr/>
          <p:nvPr/>
        </p:nvSpPr>
        <p:spPr>
          <a:xfrm>
            <a:off x="2221006" y="3211592"/>
            <a:ext cx="3512819" cy="779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BB47C-E3DC-188F-4571-C79E8E384A07}"/>
              </a:ext>
            </a:extLst>
          </p:cNvPr>
          <p:cNvSpPr txBox="1"/>
          <p:nvPr/>
        </p:nvSpPr>
        <p:spPr>
          <a:xfrm>
            <a:off x="7022501" y="3278173"/>
            <a:ext cx="450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Represents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information</a:t>
            </a:r>
            <a:r>
              <a:rPr lang="es-MX" dirty="0"/>
              <a:t> </a:t>
            </a:r>
            <a:r>
              <a:rPr lang="es-MX" dirty="0" err="1"/>
              <a:t>gain</a:t>
            </a:r>
            <a:r>
              <a:rPr lang="es-MX" dirty="0"/>
              <a:t> score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333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41264-6C40-9CC2-7581-D9AFD920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18F0-6A98-C4EE-CB57-0B5E1AA7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4F9C-86A6-5240-335E-0A5CB018A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9A54A-8655-2DFB-E04D-3F42F1FB4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55DA19-D9BA-492E-4226-6903B4E05A4C}"/>
              </a:ext>
            </a:extLst>
          </p:cNvPr>
          <p:cNvSpPr/>
          <p:nvPr/>
        </p:nvSpPr>
        <p:spPr>
          <a:xfrm>
            <a:off x="2188733" y="3924504"/>
            <a:ext cx="4169036" cy="779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BEEBD-FFFA-0C2C-2087-3FEA03A9640E}"/>
              </a:ext>
            </a:extLst>
          </p:cNvPr>
          <p:cNvSpPr txBox="1"/>
          <p:nvPr/>
        </p:nvSpPr>
        <p:spPr>
          <a:xfrm>
            <a:off x="7015778" y="3991085"/>
            <a:ext cx="450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each</a:t>
            </a:r>
            <a:r>
              <a:rPr lang="es-MX" dirty="0"/>
              <a:t> </a:t>
            </a:r>
            <a:r>
              <a:rPr lang="es-MX" dirty="0" err="1"/>
              <a:t>agent</a:t>
            </a:r>
            <a:r>
              <a:rPr lang="es-MX" dirty="0"/>
              <a:t>, </a:t>
            </a:r>
            <a:r>
              <a:rPr lang="es-MX" dirty="0" err="1"/>
              <a:t>the</a:t>
            </a:r>
            <a:r>
              <a:rPr lang="es-MX" dirty="0"/>
              <a:t> new </a:t>
            </a:r>
            <a:r>
              <a:rPr lang="es-MX" dirty="0" err="1"/>
              <a:t>offer</a:t>
            </a:r>
            <a:r>
              <a:rPr lang="es-MX" dirty="0"/>
              <a:t> </a:t>
            </a:r>
            <a:r>
              <a:rPr lang="es-MX" dirty="0" err="1"/>
              <a:t>should</a:t>
            </a:r>
            <a:r>
              <a:rPr lang="es-MX" dirty="0"/>
              <a:t> </a:t>
            </a:r>
            <a:r>
              <a:rPr lang="es-MX" dirty="0" err="1"/>
              <a:t>only</a:t>
            </a:r>
            <a:r>
              <a:rPr lang="es-MX" dirty="0"/>
              <a:t> </a:t>
            </a:r>
            <a:r>
              <a:rPr lang="es-MX" dirty="0" err="1"/>
              <a:t>involve</a:t>
            </a:r>
            <a:r>
              <a:rPr lang="es-MX" dirty="0"/>
              <a:t> </a:t>
            </a:r>
            <a:r>
              <a:rPr lang="es-MX" dirty="0" err="1"/>
              <a:t>one</a:t>
            </a:r>
            <a:r>
              <a:rPr lang="es-MX" dirty="0"/>
              <a:t> swap at </a:t>
            </a:r>
            <a:r>
              <a:rPr lang="es-MX" dirty="0" err="1"/>
              <a:t>most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76893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5E12-1AA0-5FF4-C830-689F6D488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5E99-230D-8162-E965-DEC048CF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96FAB-A5C1-9C69-39FE-6F5A7C416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2BCFB-111F-664F-EE95-8BF76FC5A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40F7EA-763E-3FBF-7809-F70DD7029D9F}"/>
              </a:ext>
            </a:extLst>
          </p:cNvPr>
          <p:cNvSpPr/>
          <p:nvPr/>
        </p:nvSpPr>
        <p:spPr>
          <a:xfrm>
            <a:off x="2102672" y="4752843"/>
            <a:ext cx="4169036" cy="779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5CC09-9115-3D0F-EC59-8E8C2F9E4EEB}"/>
              </a:ext>
            </a:extLst>
          </p:cNvPr>
          <p:cNvSpPr txBox="1"/>
          <p:nvPr/>
        </p:nvSpPr>
        <p:spPr>
          <a:xfrm>
            <a:off x="6676912" y="4680925"/>
            <a:ext cx="450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If</a:t>
            </a:r>
            <a:r>
              <a:rPr lang="es-MX" dirty="0"/>
              <a:t> I </a:t>
            </a:r>
            <a:r>
              <a:rPr lang="es-MX" dirty="0" err="1"/>
              <a:t>give</a:t>
            </a:r>
            <a:r>
              <a:rPr lang="es-MX" dirty="0"/>
              <a:t> </a:t>
            </a:r>
            <a:r>
              <a:rPr lang="es-MX" dirty="0" err="1"/>
              <a:t>client</a:t>
            </a:r>
            <a:r>
              <a:rPr lang="es-MX" dirty="0"/>
              <a:t> r </a:t>
            </a:r>
            <a:r>
              <a:rPr lang="es-MX" dirty="0" err="1"/>
              <a:t>someone</a:t>
            </a:r>
            <a:r>
              <a:rPr lang="es-MX" dirty="0"/>
              <a:t> </a:t>
            </a:r>
            <a:r>
              <a:rPr lang="es-MX" dirty="0" err="1"/>
              <a:t>gets</a:t>
            </a:r>
            <a:r>
              <a:rPr lang="es-MX" dirty="0"/>
              <a:t> </a:t>
            </a:r>
            <a:r>
              <a:rPr lang="es-MX" dirty="0" err="1"/>
              <a:t>client</a:t>
            </a:r>
            <a:r>
              <a:rPr lang="es-MX" dirty="0"/>
              <a:t> r and vice versa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77238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C8AC-F0F3-8C44-6F30-BFB16B18A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C3E3F-0198-2E3E-0224-673C02C3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C999-ED63-260B-1BF0-6373F49C5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C8B67C-95D5-1781-C982-66238628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8FE782-227A-5223-4E70-F1ADC97447AC}"/>
              </a:ext>
            </a:extLst>
          </p:cNvPr>
          <p:cNvSpPr/>
          <p:nvPr/>
        </p:nvSpPr>
        <p:spPr>
          <a:xfrm>
            <a:off x="2102671" y="5496687"/>
            <a:ext cx="4391361" cy="7794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C9478-67A1-9361-513E-9CB00F023DDC}"/>
              </a:ext>
            </a:extLst>
          </p:cNvPr>
          <p:cNvSpPr txBox="1"/>
          <p:nvPr/>
        </p:nvSpPr>
        <p:spPr>
          <a:xfrm>
            <a:off x="6663466" y="5424769"/>
            <a:ext cx="450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 </a:t>
            </a:r>
            <a:r>
              <a:rPr lang="es-MX" dirty="0" err="1"/>
              <a:t>want</a:t>
            </a:r>
            <a:r>
              <a:rPr lang="es-MX" dirty="0"/>
              <a:t> a mínimum </a:t>
            </a:r>
            <a:r>
              <a:rPr lang="es-MX" dirty="0" err="1"/>
              <a:t>acceptability</a:t>
            </a:r>
            <a:r>
              <a:rPr lang="es-MX" dirty="0"/>
              <a:t> score in </a:t>
            </a:r>
            <a:r>
              <a:rPr lang="es-MX" dirty="0" err="1"/>
              <a:t>my</a:t>
            </a:r>
            <a:r>
              <a:rPr lang="es-MX" dirty="0"/>
              <a:t> </a:t>
            </a:r>
            <a:r>
              <a:rPr lang="es-MX" dirty="0" err="1"/>
              <a:t>offer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012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6058-F8CF-A59D-783A-39025F28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FD99-3B48-C54F-2666-8E6D3853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396A6-BDA9-8DC1-DE25-093349A4E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E1244-B00D-22BE-330A-A016258A9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65F550-4B51-27B8-0CF9-3E6D4AEEEEC0}"/>
              </a:ext>
            </a:extLst>
          </p:cNvPr>
          <p:cNvSpPr/>
          <p:nvPr/>
        </p:nvSpPr>
        <p:spPr>
          <a:xfrm>
            <a:off x="1188271" y="1924844"/>
            <a:ext cx="5212529" cy="6569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59B04-2C0F-8736-590E-4AF183DA1508}"/>
              </a:ext>
            </a:extLst>
          </p:cNvPr>
          <p:cNvSpPr txBox="1"/>
          <p:nvPr/>
        </p:nvSpPr>
        <p:spPr>
          <a:xfrm>
            <a:off x="6581438" y="1924844"/>
            <a:ext cx="450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new </a:t>
            </a:r>
            <a:r>
              <a:rPr lang="es-MX" dirty="0" err="1"/>
              <a:t>offer</a:t>
            </a:r>
            <a:r>
              <a:rPr lang="es-MX" dirty="0"/>
              <a:t> I </a:t>
            </a:r>
            <a:r>
              <a:rPr lang="es-MX" dirty="0" err="1"/>
              <a:t>aim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maximize</a:t>
            </a:r>
            <a:r>
              <a:rPr lang="es-MX" dirty="0"/>
              <a:t> </a:t>
            </a:r>
            <a:r>
              <a:rPr lang="es-MX" dirty="0" err="1"/>
              <a:t>what</a:t>
            </a:r>
            <a:r>
              <a:rPr lang="es-MX" dirty="0"/>
              <a:t> I </a:t>
            </a:r>
            <a:r>
              <a:rPr lang="es-MX" dirty="0" err="1"/>
              <a:t>know</a:t>
            </a:r>
            <a:r>
              <a:rPr lang="es-MX" dirty="0"/>
              <a:t> </a:t>
            </a:r>
            <a:r>
              <a:rPr lang="es-MX" dirty="0" err="1"/>
              <a:t>about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agents</a:t>
            </a:r>
            <a:r>
              <a:rPr lang="es-MX" dirty="0"/>
              <a:t>' </a:t>
            </a:r>
            <a:r>
              <a:rPr lang="es-MX" dirty="0" err="1"/>
              <a:t>preferences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83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7CB55-4C3A-6A3B-3735-EAC62100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97E7F-E026-BB73-233E-A1E09232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C96C-5E86-F7A7-1293-E4DDDE49A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E71E9-1885-59F7-EF53-52361343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BAA161-E429-045D-F9CC-E32FC5D35766}"/>
              </a:ext>
            </a:extLst>
          </p:cNvPr>
          <p:cNvSpPr txBox="1"/>
          <p:nvPr/>
        </p:nvSpPr>
        <p:spPr>
          <a:xfrm>
            <a:off x="7015778" y="2387422"/>
            <a:ext cx="4507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acceptability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a swap can </a:t>
            </a:r>
            <a:r>
              <a:rPr lang="es-MX" dirty="0" err="1"/>
              <a:t>either</a:t>
            </a:r>
            <a:r>
              <a:rPr lang="es-MX" dirty="0"/>
              <a:t> be 1 </a:t>
            </a:r>
            <a:r>
              <a:rPr lang="es-MX" dirty="0" err="1"/>
              <a:t>or</a:t>
            </a:r>
            <a:r>
              <a:rPr lang="es-MX" dirty="0"/>
              <a:t> 0 </a:t>
            </a:r>
            <a:r>
              <a:rPr lang="es-MX" dirty="0" err="1"/>
              <a:t>if</a:t>
            </a:r>
            <a:r>
              <a:rPr lang="es-MX" dirty="0"/>
              <a:t> i </a:t>
            </a:r>
            <a:r>
              <a:rPr lang="es-MX" dirty="0" err="1"/>
              <a:t>know</a:t>
            </a:r>
            <a:r>
              <a:rPr lang="es-MX" dirty="0"/>
              <a:t> </a:t>
            </a:r>
            <a:r>
              <a:rPr lang="es-MX" dirty="0" err="1"/>
              <a:t>that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 </a:t>
            </a:r>
            <a:r>
              <a:rPr lang="es-MX" dirty="0" err="1"/>
              <a:t>previously</a:t>
            </a:r>
            <a:r>
              <a:rPr lang="es-MX" dirty="0"/>
              <a:t> </a:t>
            </a:r>
            <a:r>
              <a:rPr lang="es-MX" dirty="0" err="1"/>
              <a:t>said</a:t>
            </a:r>
            <a:r>
              <a:rPr lang="es-MX" dirty="0"/>
              <a:t> yes/no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swap.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unknown</a:t>
            </a:r>
            <a:r>
              <a:rPr lang="es-MX" dirty="0"/>
              <a:t> </a:t>
            </a:r>
            <a:r>
              <a:rPr lang="es-MX" dirty="0" err="1"/>
              <a:t>values</a:t>
            </a:r>
            <a:r>
              <a:rPr lang="es-MX" dirty="0"/>
              <a:t>, I can use </a:t>
            </a:r>
            <a:r>
              <a:rPr lang="es-MX" dirty="0" err="1"/>
              <a:t>some</a:t>
            </a:r>
            <a:r>
              <a:rPr lang="es-MX" dirty="0"/>
              <a:t> </a:t>
            </a:r>
            <a:r>
              <a:rPr lang="es-MX" dirty="0" err="1"/>
              <a:t>sort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weighted</a:t>
            </a:r>
            <a:r>
              <a:rPr lang="es-MX" dirty="0"/>
              <a:t> </a:t>
            </a:r>
            <a:r>
              <a:rPr lang="es-MX" dirty="0" err="1"/>
              <a:t>similarity</a:t>
            </a:r>
            <a:r>
              <a:rPr lang="es-MX" dirty="0"/>
              <a:t> </a:t>
            </a:r>
            <a:r>
              <a:rPr lang="es-MX" dirty="0" err="1"/>
              <a:t>considering</a:t>
            </a:r>
            <a:r>
              <a:rPr lang="es-MX" dirty="0"/>
              <a:t> </a:t>
            </a:r>
            <a:r>
              <a:rPr lang="es-MX" dirty="0" err="1"/>
              <a:t>how</a:t>
            </a:r>
            <a:r>
              <a:rPr lang="es-MX" dirty="0"/>
              <a:t> similar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clients</a:t>
            </a:r>
            <a:r>
              <a:rPr lang="es-MX" dirty="0"/>
              <a:t>' </a:t>
            </a:r>
            <a:r>
              <a:rPr lang="es-MX" dirty="0" err="1"/>
              <a:t>route</a:t>
            </a:r>
            <a:r>
              <a:rPr lang="es-MX" dirty="0"/>
              <a:t> and pick-up/</a:t>
            </a:r>
            <a:r>
              <a:rPr lang="es-MX" dirty="0" err="1"/>
              <a:t>drop</a:t>
            </a:r>
            <a:r>
              <a:rPr lang="es-MX" dirty="0"/>
              <a:t>-off times are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other</a:t>
            </a:r>
            <a:r>
              <a:rPr lang="es-MX" dirty="0"/>
              <a:t> </a:t>
            </a:r>
            <a:r>
              <a:rPr lang="es-MX" dirty="0" err="1"/>
              <a:t>requests</a:t>
            </a:r>
            <a:r>
              <a:rPr lang="es-MX" dirty="0"/>
              <a:t> I </a:t>
            </a:r>
            <a:r>
              <a:rPr lang="es-MX" dirty="0" err="1"/>
              <a:t>have</a:t>
            </a:r>
            <a:r>
              <a:rPr lang="es-MX" dirty="0"/>
              <a:t> </a:t>
            </a:r>
            <a:r>
              <a:rPr lang="es-MX" dirty="0" err="1"/>
              <a:t>said</a:t>
            </a:r>
            <a:r>
              <a:rPr lang="es-MX" dirty="0"/>
              <a:t> yes/no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8159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71B1-EAAD-BC0B-4EF8-7D30CC7F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E98-5226-C9CD-F6D5-750BB3CF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Bidding</a:t>
            </a:r>
            <a:r>
              <a:rPr lang="es-MX" dirty="0"/>
              <a:t> </a:t>
            </a:r>
            <a:r>
              <a:rPr lang="es-MX" dirty="0" err="1"/>
              <a:t>strategy</a:t>
            </a:r>
            <a:r>
              <a:rPr lang="es-MX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4882-FF9E-EB56-98D8-D63E90C18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611C3-E878-FC84-D58D-4DC810610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3" y="1924844"/>
            <a:ext cx="5486400" cy="4152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2BB3A3-F657-5FD4-9540-00F384B5642F}"/>
              </a:ext>
            </a:extLst>
          </p:cNvPr>
          <p:cNvSpPr txBox="1"/>
          <p:nvPr/>
        </p:nvSpPr>
        <p:spPr>
          <a:xfrm>
            <a:off x="7022501" y="3108184"/>
            <a:ext cx="4507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information</a:t>
            </a:r>
            <a:r>
              <a:rPr lang="es-MX" dirty="0"/>
              <a:t> </a:t>
            </a:r>
            <a:r>
              <a:rPr lang="es-MX" dirty="0" err="1"/>
              <a:t>gain</a:t>
            </a:r>
            <a:r>
              <a:rPr lang="es-MX" dirty="0"/>
              <a:t> can be </a:t>
            </a:r>
            <a:r>
              <a:rPr lang="es-MX" dirty="0" err="1"/>
              <a:t>measured</a:t>
            </a:r>
            <a:r>
              <a:rPr lang="es-MX" dirty="0"/>
              <a:t> </a:t>
            </a:r>
            <a:r>
              <a:rPr lang="es-MX" dirty="0" err="1"/>
              <a:t>by</a:t>
            </a:r>
            <a:r>
              <a:rPr lang="es-MX" dirty="0"/>
              <a:t> </a:t>
            </a:r>
            <a:r>
              <a:rPr lang="es-MX" dirty="0" err="1"/>
              <a:t>how</a:t>
            </a:r>
            <a:r>
              <a:rPr lang="es-MX" dirty="0"/>
              <a:t> </a:t>
            </a:r>
            <a:r>
              <a:rPr lang="es-MX" dirty="0" err="1"/>
              <a:t>much</a:t>
            </a:r>
            <a:r>
              <a:rPr lang="es-MX" dirty="0"/>
              <a:t> I </a:t>
            </a:r>
            <a:r>
              <a:rPr lang="es-MX" dirty="0" err="1"/>
              <a:t>may</a:t>
            </a:r>
            <a:r>
              <a:rPr lang="es-MX" dirty="0"/>
              <a:t> </a:t>
            </a:r>
            <a:r>
              <a:rPr lang="es-MX" dirty="0" err="1"/>
              <a:t>infer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preferences</a:t>
            </a:r>
            <a:r>
              <a:rPr lang="es-MX" dirty="0"/>
              <a:t> </a:t>
            </a:r>
            <a:r>
              <a:rPr lang="es-MX" dirty="0" err="1"/>
              <a:t>when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agent</a:t>
            </a:r>
            <a:r>
              <a:rPr lang="es-MX" dirty="0"/>
              <a:t> </a:t>
            </a:r>
            <a:r>
              <a:rPr lang="es-MX" dirty="0" err="1"/>
              <a:t>says</a:t>
            </a:r>
            <a:r>
              <a:rPr lang="es-MX" dirty="0"/>
              <a:t> yes/no. </a:t>
            </a:r>
            <a:r>
              <a:rPr lang="es-MX" dirty="0" err="1"/>
              <a:t>Ideally</a:t>
            </a:r>
            <a:r>
              <a:rPr lang="es-MX" dirty="0"/>
              <a:t>, I </a:t>
            </a:r>
            <a:r>
              <a:rPr lang="es-MX" dirty="0" err="1"/>
              <a:t>should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 a complete ranking. In </a:t>
            </a:r>
            <a:r>
              <a:rPr lang="es-MX" dirty="0" err="1"/>
              <a:t>reality</a:t>
            </a:r>
            <a:r>
              <a:rPr lang="es-MX" dirty="0"/>
              <a:t>, </a:t>
            </a:r>
            <a:r>
              <a:rPr lang="es-MX" dirty="0" err="1"/>
              <a:t>only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ranking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what</a:t>
            </a:r>
            <a:r>
              <a:rPr lang="es-MX" dirty="0"/>
              <a:t> I </a:t>
            </a:r>
            <a:r>
              <a:rPr lang="es-MX" dirty="0" err="1"/>
              <a:t>currently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 </a:t>
            </a:r>
            <a:r>
              <a:rPr lang="es-MX" dirty="0" err="1"/>
              <a:t>matters</a:t>
            </a:r>
            <a:r>
              <a:rPr lang="es-MX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727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396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Bidding strategy?</vt:lpstr>
      <vt:lpstr>Bidding strategy?</vt:lpstr>
      <vt:lpstr>Bidding strategy?</vt:lpstr>
      <vt:lpstr>Bidding strategy?</vt:lpstr>
      <vt:lpstr>Bidding strategy?</vt:lpstr>
      <vt:lpstr>Bidding strategy?</vt:lpstr>
      <vt:lpstr>Bidding strategy?</vt:lpstr>
      <vt:lpstr>Bidding strategy?</vt:lpstr>
      <vt:lpstr>Bidding strategy?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Sánchez Anguix</dc:creator>
  <cp:lastModifiedBy>Victor Sánchez Anguix</cp:lastModifiedBy>
  <cp:revision>5</cp:revision>
  <dcterms:created xsi:type="dcterms:W3CDTF">2024-02-21T05:24:37Z</dcterms:created>
  <dcterms:modified xsi:type="dcterms:W3CDTF">2024-02-21T06:06:24Z</dcterms:modified>
</cp:coreProperties>
</file>